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68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"/>
            <a:ext cx="82296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Best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that reflect my creativity, growth, and applied skills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640080"/>
          </a:xfrm>
          <a:prstGeom prst="rect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4764024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66444" y="2020824"/>
            <a:ext cx="1124712" cy="1444752"/>
          </a:xfrm>
          <a:prstGeom prst="rect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assets/grocery_plann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3020" y="2057400"/>
            <a:ext cx="1051560" cy="1371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Grocery Budget Planner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913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5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Structure &amp; Logic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864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5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UX &amp; Design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5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Code &amp; Debugging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4360" y="45628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with Netlify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33756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37560" y="1280160"/>
            <a:ext cx="2743200" cy="640080"/>
          </a:xfrm>
          <a:prstGeom prst="rect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337560" y="4764024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520440" y="13533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52044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TOOL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146804" y="2020824"/>
            <a:ext cx="1124712" cy="1444752"/>
          </a:xfrm>
          <a:prstGeom prst="rect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/home/claude/assets/jones_benchmark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83380" y="2057400"/>
            <a:ext cx="1051560" cy="1371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47472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Jones's AI Benchmark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474720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47472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with CodePen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1792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217920" y="4764024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400800" y="13533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6400800" y="1664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PROMPTING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7027164" y="2020824"/>
            <a:ext cx="1124712" cy="1444752"/>
          </a:xfrm>
          <a:prstGeom prst="rect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/home/claude/assets/john_book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63740" y="2057400"/>
            <a:ext cx="1051560" cy="13716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35508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John's College Journey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355080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35508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AI-illustrated storybook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Shela Jones  |  Student Portfolio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 Demonstration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Grocery Budget Planner — see it in 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737360"/>
            <a:ext cx="155448" cy="155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292608" cy="292608"/>
          </a:xfrm>
          <a:prstGeom prst="ellipse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06624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weekly budget with tax rate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035808"/>
            <a:ext cx="292608" cy="292608"/>
          </a:xfrm>
          <a:prstGeom prst="ellipse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09067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6 stores with weekly ads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419856"/>
            <a:ext cx="292608" cy="292608"/>
          </a:xfrm>
          <a:prstGeom prst="ellipse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47472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438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items, track costs in real time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803904"/>
            <a:ext cx="292608" cy="292608"/>
          </a:xfrm>
          <a:prstGeom prst="ellipse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85876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budget usage and remaining funds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187952"/>
            <a:ext cx="292608" cy="292608"/>
          </a:xfrm>
          <a:prstGeom prst="ellipse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24281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email, or export your list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864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F5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Netlify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800600" y="1463040"/>
            <a:ext cx="3931920" cy="3383280"/>
          </a:xfrm>
          <a:prstGeom prst="rect">
            <a:avLst/>
          </a:prstGeom>
          <a:solidFill>
            <a:srgbClr val="143D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/home/claude/assets/grocery_planner_wide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19600" y="1143000"/>
            <a:ext cx="4267200" cy="3657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46320" y="4892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— the full tool will run live during the demo.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Shela Jones  |  Student Portfolio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_hires/slide-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3931920" y="2286000"/>
            <a:ext cx="128016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learning about AI — to using it with purpose.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103120" y="3200400"/>
            <a:ext cx="731520" cy="73152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35584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0" y="3200400"/>
            <a:ext cx="731520" cy="73152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35584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2336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040880" y="3200400"/>
            <a:ext cx="731520" cy="731520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3355848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2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170</Words>
  <Application>Microsoft Office PowerPoint</Application>
  <PresentationFormat>On-screen Show (16:9)</PresentationFormat>
  <Paragraphs>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Portfolio - Shela Jones</dc:title>
  <dc:subject>PptxGenJS Presentation</dc:subject>
  <dc:creator>Shela Jones</dc:creator>
  <cp:lastModifiedBy>Shela Laquerre Jones</cp:lastModifiedBy>
  <cp:revision>3</cp:revision>
  <dcterms:created xsi:type="dcterms:W3CDTF">2026-04-22T01:16:40Z</dcterms:created>
  <dcterms:modified xsi:type="dcterms:W3CDTF">2026-04-22T02:40:10Z</dcterms:modified>
</cp:coreProperties>
</file>